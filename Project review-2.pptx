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7" r:id="rId13"/>
    <p:sldId id="273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734B0-6311-4AC9-BADF-24B2FAA3B986}" v="17" dt="2026-04-20T03:32:54.228"/>
    <p1510:client id="{E7E17A9E-E222-4450-8888-CEDA9A9E082E}" v="277" dt="2026-04-20T02:43:47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50" d="100"/>
          <a:sy n="50" d="100"/>
        </p:scale>
        <p:origin x="374" y="206"/>
      </p:cViewPr>
      <p:guideLst>
        <p:guide orient="horz" pos="20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 K SRAVANI" userId="10d8abb142e25ddb" providerId="LiveId" clId="{F38F83C8-1E92-4189-A173-E8030E490DC7}"/>
    <pc:docChg chg="modSld">
      <pc:chgData name="A S K SRAVANI" userId="10d8abb142e25ddb" providerId="LiveId" clId="{F38F83C8-1E92-4189-A173-E8030E490DC7}" dt="2026-04-20T05:54:33.244" v="21" actId="20577"/>
      <pc:docMkLst>
        <pc:docMk/>
      </pc:docMkLst>
      <pc:sldChg chg="modSp mod">
        <pc:chgData name="A S K SRAVANI" userId="10d8abb142e25ddb" providerId="LiveId" clId="{F38F83C8-1E92-4189-A173-E8030E490DC7}" dt="2026-04-20T05:54:33.244" v="21" actId="20577"/>
        <pc:sldMkLst>
          <pc:docMk/>
          <pc:sldMk cId="0" sldId="256"/>
        </pc:sldMkLst>
        <pc:spChg chg="mod">
          <ac:chgData name="A S K SRAVANI" userId="10d8abb142e25ddb" providerId="LiveId" clId="{F38F83C8-1E92-4189-A173-E8030E490DC7}" dt="2026-04-20T05:54:33.244" v="21" actId="20577"/>
          <ac:spMkLst>
            <pc:docMk/>
            <pc:sldMk cId="0" sldId="256"/>
            <ac:spMk id="27" creationId="{00000000-0000-0000-0000-000000000000}"/>
          </ac:spMkLst>
        </pc:spChg>
      </pc:sldChg>
      <pc:sldChg chg="modSp mod">
        <pc:chgData name="A S K SRAVANI" userId="10d8abb142e25ddb" providerId="LiveId" clId="{F38F83C8-1E92-4189-A173-E8030E490DC7}" dt="2026-04-20T05:48:24.123" v="3" actId="1076"/>
        <pc:sldMkLst>
          <pc:docMk/>
          <pc:sldMk cId="0" sldId="267"/>
        </pc:sldMkLst>
        <pc:picChg chg="mod">
          <ac:chgData name="A S K SRAVANI" userId="10d8abb142e25ddb" providerId="LiveId" clId="{F38F83C8-1E92-4189-A173-E8030E490DC7}" dt="2026-04-20T05:48:20.765" v="2" actId="1076"/>
          <ac:picMkLst>
            <pc:docMk/>
            <pc:sldMk cId="0" sldId="267"/>
            <ac:picMk id="35" creationId="{6DD39DF8-88FE-60FE-A31E-C047810CEDD1}"/>
          </ac:picMkLst>
        </pc:picChg>
        <pc:picChg chg="mod">
          <ac:chgData name="A S K SRAVANI" userId="10d8abb142e25ddb" providerId="LiveId" clId="{F38F83C8-1E92-4189-A173-E8030E490DC7}" dt="2026-04-20T05:48:24.123" v="3" actId="1076"/>
          <ac:picMkLst>
            <pc:docMk/>
            <pc:sldMk cId="0" sldId="267"/>
            <ac:picMk id="37" creationId="{4ACBDDFA-F284-EC5B-AF37-ED71D0EB38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- 2 MILESTONE PROJECT – 2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537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/>
                <a:ea typeface="Cambria"/>
                <a:cs typeface="Times New Roman"/>
              </a:rPr>
              <a:t>A.SRAVANI– VTU26587 – Reg .No . 23UECS1007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>
                <a:ea typeface="+mn-lt"/>
                <a:cs typeface="+mn-lt"/>
              </a:rPr>
              <a:t>Dr-Hafizur Rahman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altLang="en-US" sz="3000">
                <a:latin typeface="Cambria"/>
                <a:ea typeface="Cambria"/>
              </a:rPr>
              <a:t>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8961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56785" y="5586735"/>
            <a:ext cx="1264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571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943100"/>
            <a:ext cx="15413990" cy="7479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Calibri"/>
                <a:cs typeface="Times New Roman"/>
              </a:rPr>
              <a:t>In</a:t>
            </a:r>
            <a:r>
              <a:rPr lang="en-US" sz="2800">
                <a:latin typeface="Times New Roman"/>
                <a:ea typeface="+mn-lt"/>
                <a:cs typeface="Times New Roman"/>
              </a:rPr>
              <a:t> many colleges and organizations, event management is still handled manually through calls, messages, and spreadsheets.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This often leads to missed updates, confusion in scheduling, and poor participant management.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To solve these issues, we developed a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Smart Campus Event Management System</a:t>
            </a:r>
            <a:r>
              <a:rPr lang="en-US" sz="2800">
                <a:latin typeface="Times New Roman"/>
                <a:ea typeface="+mn-lt"/>
                <a:cs typeface="Times New Roman"/>
              </a:rPr>
              <a:t>, which provides a centralized platform for managing events efficiently.</a:t>
            </a:r>
            <a:endParaRPr lang="en-US" altLang="en-US" sz="280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The system allows admin to create and edit events.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Students can browse a live feed of events and register with just one click</a:t>
            </a:r>
            <a:r>
              <a:rPr lang="en-US" dirty="0">
                <a:latin typeface="Times New Roman"/>
                <a:cs typeface="Times New Roman"/>
              </a:rPr>
              <a:t>.</a:t>
            </a:r>
            <a:endParaRPr lang="en-US" altLang="en-US" sz="280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Overall, it is a modern platform designed to improve event planning, coordination, and communication.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866900"/>
            <a:ext cx="15082325" cy="62519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existing system has several challenges that affect efficiency and accuracy.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Students lack a centralized digital dashboard to track their personal registration history and schedules.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Manual registration increases workload and leads to frequent data entry mistakes.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Also, communication about schedule changes is slow and sometimes does not reach all participants.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There is no proper system to analyze event participation or generate quick reports.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Manual data management prevents the institution from generating fast and accurate attendance reports.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Existing methods lack the automation required to ensure a reliable and streamlined event management experience.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548640"/>
            <a:ext cx="1790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76780" y="2628900"/>
            <a:ext cx="15082325" cy="77990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The main objective of this project is to design a </a:t>
            </a:r>
            <a:r>
              <a:rPr lang="en-US" sz="3600" b="1">
                <a:latin typeface="Times New Roman"/>
                <a:ea typeface="Calibri"/>
                <a:cs typeface="Times New Roman"/>
              </a:rPr>
              <a:t>centralized and automated system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US" sz="3600">
                <a:latin typeface="Times New Roman"/>
                <a:ea typeface="Calibri"/>
                <a:cs typeface="Times New Roman"/>
              </a:rPr>
              <a:t>for event management</a:t>
            </a:r>
            <a:r>
              <a:rPr lang="en-US" altLang="en-US" sz="3600">
                <a:latin typeface="Times New Roman"/>
                <a:ea typeface="Calibri"/>
                <a:cs typeface="Times New Roman"/>
              </a:rPr>
              <a:t>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We aim to simplify event creation and registration processes while reducing manual work.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3600" b="1" dirty="0">
                <a:latin typeface="Times New Roman"/>
                <a:cs typeface="Times New Roman"/>
              </a:rPr>
              <a:t>To implement</a:t>
            </a:r>
            <a:r>
              <a:rPr lang="en-US" altLang="en-US" sz="3600" dirty="0">
                <a:latin typeface="Times New Roman"/>
                <a:cs typeface="Times New Roman"/>
              </a:rPr>
              <a:t> a real-time analytics dashboard for monitoring student participation and improving overall administrative data accuracy.</a:t>
            </a:r>
            <a:endParaRPr lang="en-US" sz="3600" dirty="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Another important goal is to provide real-time updates and analytical insights to improve decision-making.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1714500"/>
            <a:ext cx="15082325" cy="65556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The proposed system is a </a:t>
            </a:r>
            <a:r>
              <a:rPr lang="en-US" sz="2800" b="1">
                <a:ea typeface="+mn-lt"/>
                <a:cs typeface="+mn-lt"/>
              </a:rPr>
              <a:t>web-based application</a:t>
            </a:r>
            <a:r>
              <a:rPr lang="en-US" sz="2800">
                <a:ea typeface="+mn-lt"/>
                <a:cs typeface="+mn-lt"/>
              </a:rPr>
              <a:t> that connects administrators and students on a single platform.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Admins can easily create, update, and manage events, while students can view and register for events instantly.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By automating the registration process, it eliminates the need for manual paperwork and reduces human errors in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The system also ensures faster communication through automated notifications and maintains all </a:t>
            </a:r>
            <a:r>
              <a:rPr lang="en-US" sz="2800">
                <a:ea typeface="+mn-lt"/>
                <a:cs typeface="+mn-lt"/>
              </a:rPr>
              <a:t>records securely.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superior accessibility, allowing users to register for and manage events 24/7 from any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ensures higher security and integrity of student records compared to manual spreadsheets.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ea typeface="+mn-lt"/>
                <a:cs typeface="Times New Roman"/>
              </a:rPr>
              <a:t>Automated confirmation and notification systems significantly enhance the speed and reliability of campus-wide communication.</a:t>
            </a:r>
            <a:endParaRPr lang="en-US" alt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92710" y="-8988425"/>
            <a:ext cx="8933180" cy="93192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515235" y="2103755"/>
            <a:ext cx="13952855" cy="260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146C3B86-1605-15DC-1948-9D22FDDF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316" y="2097958"/>
            <a:ext cx="14851625" cy="6828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42"/>
          <p:cNvSpPr txBox="1"/>
          <p:nvPr/>
        </p:nvSpPr>
        <p:spPr>
          <a:xfrm>
            <a:off x="2176780" y="2400300"/>
            <a:ext cx="15112365" cy="595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such as event details, participant invitations,  responses, and event updates are entered into the system.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processes the input by handling event creation, updating records, sending notifications, and synchronizing data in real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information related to users, events, participants, and status is stored securely in the database for quick access and management.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updated event information, participant status, instant notifications, and synchronized results to all users.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6D48E34B-550E-C30F-3250-AA7A57C41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057" y="1753827"/>
            <a:ext cx="11729884" cy="7455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982470"/>
            <a:ext cx="15082325" cy="43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Spring Boot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Git, GitHub, Postman, Maven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with minimum 4 GB RAM, dual-core processor, Node.js environment, modern web browser, and operating system such as Windows, Linux, or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3532" y="1771524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secure authentication, and basic profile-related information for accessing the system.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create new events, specifying date, time, venue, and descriptions.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Administrative Control Hub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tools to create, edit, or delete events and manage the comprehensive list of participant registrations.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Visual Reporting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Chart.js to generate real-time visual insights into event popularity, registration trends, and student participation metrics.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72200" y="7625035"/>
            <a:ext cx="7113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of the website with details regarding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A5E14-1F14-CC16-16EC-B29846E0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1" y="1695151"/>
            <a:ext cx="12039600" cy="57343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7835" y="8039100"/>
            <a:ext cx="7222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screen of the student with details regarding available events.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17150" y="8039100"/>
            <a:ext cx="7578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screen of student where they can enter credentials.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DD39DF8-88FE-60FE-A31E-C047810CE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690343"/>
            <a:ext cx="7222490" cy="61036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ACBDDFA-F284-EC5B-AF37-ED71D0EB3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110" y="1725634"/>
            <a:ext cx="6699250" cy="582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9DD498BC-37A9-2E42-9033-E3A11DDEF56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AB3CE64D-21A0-67D4-39D5-D83BFE2522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6F822E40-596E-559F-FF34-61824CC0845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9" name="Group 10">
            <a:extLst>
              <a:ext uri="{FF2B5EF4-FFF2-40B4-BE49-F238E27FC236}">
                <a16:creationId xmlns:a16="http://schemas.microsoft.com/office/drawing/2014/main" id="{D7797586-ED6A-5B70-3573-4D85CC303A4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40B81FE8-6B8A-E5AC-E10C-A94B4D8E1B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8" name="TextBox 12">
              <a:extLst>
                <a:ext uri="{FF2B5EF4-FFF2-40B4-BE49-F238E27FC236}">
                  <a16:creationId xmlns:a16="http://schemas.microsoft.com/office/drawing/2014/main" id="{6EDA1A42-1D1A-B126-515C-4ACFB8BE06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B2480EB-86B4-E416-63BD-44D655A3456D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3A3AEEB4-69F8-FF1F-CC27-5765BC036E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2FC2E268-5CF9-81CE-8004-0557E469227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89767B-B5F2-4D48-57F7-25971F55360B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A74990B8-8029-B540-2690-E3317034A8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FC07E41-23DE-BAC1-299C-3189D91109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4E723E75-58E9-C680-90CC-F686A38361E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FB93A3F2-447F-41FD-C60A-6E39503A89A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FB39934F-2274-62F7-CEB5-EB2999625D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2D445D5B-EFBA-9C1B-7C08-67E38ABCF67B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2B98969-23CF-560D-4DDC-46571AA3D8C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85180EDE-7335-A355-6BBC-AC9A4C902E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9" name="Group 25">
            <a:extLst>
              <a:ext uri="{FF2B5EF4-FFF2-40B4-BE49-F238E27FC236}">
                <a16:creationId xmlns:a16="http://schemas.microsoft.com/office/drawing/2014/main" id="{04D62CCF-3079-10AD-D7EB-DF4DF559C59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CE05420-E5B3-DCF3-B0E6-3154A83FE8B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216F99-A722-810F-3BA9-0C3602C3EA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3" name="Group 28">
            <a:extLst>
              <a:ext uri="{FF2B5EF4-FFF2-40B4-BE49-F238E27FC236}">
                <a16:creationId xmlns:a16="http://schemas.microsoft.com/office/drawing/2014/main" id="{239A57D5-3802-14C1-BDCE-88BF39533251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EC98CCD-B8F0-ABD1-DC5C-68FB57AF1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2" name="TextBox 30">
              <a:extLst>
                <a:ext uri="{FF2B5EF4-FFF2-40B4-BE49-F238E27FC236}">
                  <a16:creationId xmlns:a16="http://schemas.microsoft.com/office/drawing/2014/main" id="{210FEF70-5C8F-F1D6-D1E4-293D004549B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7" name="Group 31">
            <a:extLst>
              <a:ext uri="{FF2B5EF4-FFF2-40B4-BE49-F238E27FC236}">
                <a16:creationId xmlns:a16="http://schemas.microsoft.com/office/drawing/2014/main" id="{9AEDC1BF-FFD2-04B0-AB72-691DD350AD7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90C73E80-079D-B36A-D9EF-019C08A7C1F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3C821896-5BAF-4DE1-2E0D-B1F125539E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Freeform 34">
            <a:extLst>
              <a:ext uri="{FF2B5EF4-FFF2-40B4-BE49-F238E27FC236}">
                <a16:creationId xmlns:a16="http://schemas.microsoft.com/office/drawing/2014/main" id="{A66A724A-A6E6-0BB8-0784-83785547969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16D1E1-4258-C8C9-D2AF-572CF24FC4F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4AFBC88C-73E6-ED2A-1040-2484EBF2F689}"/>
              </a:ext>
            </a:extLst>
          </p:cNvPr>
          <p:cNvSpPr txBox="1"/>
          <p:nvPr/>
        </p:nvSpPr>
        <p:spPr>
          <a:xfrm>
            <a:off x="2563577" y="8309487"/>
            <a:ext cx="130972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Image 4 &amp; 5:</a:t>
            </a:r>
            <a:r>
              <a:rPr lang="en-US" sz="3200" dirty="0">
                <a:latin typeface="Times New Roman"/>
                <a:cs typeface="Times New Roman"/>
              </a:rPr>
              <a:t> Events registered and score for each event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C2082E-160C-FEB5-5CF0-71FA40295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599" y="1839943"/>
            <a:ext cx="6553821" cy="50561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2CFE6-74AF-9E0F-2E5C-178C0FE30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907" y="1874237"/>
            <a:ext cx="7342493" cy="50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2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190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5841" y="2155190"/>
            <a:ext cx="14268368" cy="5166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campus activities in one unified digital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paperwork and administrative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 tracking of student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24/7 mobile-friendly registration for all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stable internet connection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Effectiveness depends on institutional-wide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regular updates for data security and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Input: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time-consuming initial setup for event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1013</Words>
  <Application>Microsoft Office PowerPoint</Application>
  <PresentationFormat>Custom</PresentationFormat>
  <Paragraphs>224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Bookman Old Style</vt:lpstr>
      <vt:lpstr>Gotham Bold Italics</vt:lpstr>
      <vt:lpstr>Times New Roman</vt:lpstr>
      <vt:lpstr>Calibri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A S K SRAVANI</cp:lastModifiedBy>
  <cp:revision>118</cp:revision>
  <dcterms:created xsi:type="dcterms:W3CDTF">2006-08-16T00:00:00Z</dcterms:created>
  <dcterms:modified xsi:type="dcterms:W3CDTF">2026-04-20T05:54:38Z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CB5CA714575146BD890F1B129058A58E_13</vt:lpwstr>
  </property>
</Properties>
</file>